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317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554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64592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" y="1325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 Intelligence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04672" y="2377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Update  · 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04672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E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Medicine Residency Program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1E8EE"/>
          </a:solidFill>
          <a:ln w="12700">
            <a:solidFill>
              <a:srgbClr val="D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0972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25272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1801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0756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years of ITE questions (2018–2025) + AAFP board prep question bank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109728" cy="1463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0912" y="125272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10912" y="1801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Guidelines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10912" y="20756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articles linked directly to exam topics — across all body systems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109728" cy="1463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289864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3232" y="34472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Course Sessions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3721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AAFP Board Prep Video Course — organized by clinical topic, all of FM covered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109728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10912" y="289864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yrs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10912" y="34472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Performance Data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10912" y="3721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ITE results mapped to blueprint categories and body systems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 Right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D1E8EE"/>
          </a:solidFill>
          <a:ln w="12700">
            <a:solidFill>
              <a:srgbClr val="D1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Score Reports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5361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ITE result → instant breakdown by body system, blueprint category, and year-over-year change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 Sets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81635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focused question sets by topic, body system, or exam year — export as Word or Excel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0965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residents side by side — identify shared weaknesses across the group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912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Lookup by Topic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10912" y="15361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 question is linked to the clinical guideline that covers it — pull the source directly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Gap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10912" y="281635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questions cluster vs. where residents are weakest — identify curriculum gaps at a glance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069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E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10972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10912" y="3749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10912" y="409651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exam content has shifted year to year — which topics are appearing more or less often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Could 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09728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2344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Per-Resident Dashboard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resident sees their own performance, tracked over time — questions, scores, study materials — all in one place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EB8C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09728" cy="1005840"/>
          </a:xfrm>
          <a:prstGeom prst="rect">
            <a:avLst/>
          </a:prstGeom>
          <a:solidFill>
            <a:srgbClr val="7EB8C5"/>
          </a:solidFill>
          <a:ln w="12700">
            <a:solidFill>
              <a:srgbClr val="7E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423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Curriculum Tied to the Video Course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48 sessions becomes a curriculum unit with linked practice questions — residents follow a track from day 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09728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36118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Emphasis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 cardiology in July → curriculum adjusts. Reassess in October. Track progress all the way to the ITE in the spring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On-screen Show (16:9)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Intelligence — Faculty Update</dc:title>
  <dc:subject>PptxGenJS Presentation</dc:subject>
  <dc:creator>Michael Scholl MD</dc:creator>
  <cp:lastModifiedBy>Michael Scholl</cp:lastModifiedBy>
  <cp:revision>1</cp:revision>
  <dcterms:created xsi:type="dcterms:W3CDTF">2026-04-05T14:56:44Z</dcterms:created>
  <dcterms:modified xsi:type="dcterms:W3CDTF">2026-04-05T15:32:28Z</dcterms:modified>
</cp:coreProperties>
</file>